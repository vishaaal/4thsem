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31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2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44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2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6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02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56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4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5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4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2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1A01E00-A4C6-4921-9BBF-4DC9AE6B008D}" type="datetimeFigureOut">
              <a:rPr lang="en-IN" smtClean="0"/>
              <a:t>13-03-2022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B2FE37-F296-4D52-A3C8-2131C7C4AF8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76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N%20DEO%20GRAPH_MARKED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GRAPH THEORY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46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BACKGROUND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Graph Theory began with Leonhard Euler in his study of the Bridges of </a:t>
            </a:r>
            <a:r>
              <a:rPr lang="en-IN" dirty="0" err="1" smtClean="0"/>
              <a:t>Konigsburg</a:t>
            </a:r>
            <a:r>
              <a:rPr lang="en-IN" dirty="0" smtClean="0"/>
              <a:t> problem</a:t>
            </a:r>
            <a:r>
              <a:rPr lang="en-IN" dirty="0"/>
              <a:t>. Here's how it started: The city of </a:t>
            </a:r>
            <a:r>
              <a:rPr lang="en-IN" dirty="0" err="1" smtClean="0"/>
              <a:t>Konigsburg</a:t>
            </a:r>
            <a:r>
              <a:rPr lang="en-IN" dirty="0" smtClean="0"/>
              <a:t> </a:t>
            </a:r>
            <a:r>
              <a:rPr lang="en-IN" dirty="0"/>
              <a:t>exists as a collection of </a:t>
            </a:r>
            <a:r>
              <a:rPr lang="en-IN" dirty="0" smtClean="0"/>
              <a:t>islands connected </a:t>
            </a:r>
            <a:r>
              <a:rPr lang="en-IN" dirty="0"/>
              <a:t>by bridges as shown in Figure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747" y="3092450"/>
            <a:ext cx="38290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0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problem Euler wanted to </a:t>
            </a:r>
            <a:r>
              <a:rPr lang="en-IN" dirty="0" err="1"/>
              <a:t>analyze</a:t>
            </a:r>
            <a:r>
              <a:rPr lang="en-IN" dirty="0"/>
              <a:t> 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Is it </a:t>
            </a:r>
            <a:r>
              <a:rPr lang="en-IN" dirty="0"/>
              <a:t>possible to go from island to island traversing each bridge only once? This was </a:t>
            </a:r>
            <a:r>
              <a:rPr lang="en-IN" dirty="0" smtClean="0"/>
              <a:t>assuming that </a:t>
            </a:r>
            <a:r>
              <a:rPr lang="en-IN" dirty="0"/>
              <a:t>there was no trickery such as using a boat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Euler </a:t>
            </a:r>
            <a:r>
              <a:rPr lang="en-IN" dirty="0" err="1"/>
              <a:t>analyzed</a:t>
            </a:r>
            <a:r>
              <a:rPr lang="en-IN" dirty="0"/>
              <a:t> the problem by </a:t>
            </a:r>
            <a:r>
              <a:rPr lang="en-IN" dirty="0" smtClean="0"/>
              <a:t>simplifying the </a:t>
            </a:r>
            <a:r>
              <a:rPr lang="en-IN" dirty="0"/>
              <a:t>representation and as a result created modern graph theory</a:t>
            </a:r>
          </a:p>
        </p:txBody>
      </p:sp>
    </p:spTree>
    <p:extLst>
      <p:ext uri="{BB962C8B-B14F-4D97-AF65-F5344CB8AC3E}">
        <p14:creationId xmlns:p14="http://schemas.microsoft.com/office/powerpoint/2010/main" val="66603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132" y="149249"/>
            <a:ext cx="10515600" cy="1325563"/>
          </a:xfrm>
        </p:spPr>
        <p:txBody>
          <a:bodyPr/>
          <a:lstStyle/>
          <a:p>
            <a:r>
              <a:rPr lang="en-IN" b="1" dirty="0"/>
              <a:t>WHAT IS A GRAPH?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hlinkClick r:id="rId2" action="ppaction://hlinkfile"/>
              </a:rPr>
              <a:t>N DEO GRAPH_MARKED.pdf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1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4" y="2439585"/>
            <a:ext cx="10515600" cy="1325563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58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</TotalTime>
  <Words>105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GRAPH THEORY</vt:lpstr>
      <vt:lpstr>BACKGROUND</vt:lpstr>
      <vt:lpstr>The problem Euler wanted to analyze was</vt:lpstr>
      <vt:lpstr>WHAT IS A GRAPH?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THEORY</dc:title>
  <dc:creator>Microsoft account</dc:creator>
  <cp:lastModifiedBy>Microsoft account</cp:lastModifiedBy>
  <cp:revision>3</cp:revision>
  <dcterms:created xsi:type="dcterms:W3CDTF">2022-03-13T10:08:53Z</dcterms:created>
  <dcterms:modified xsi:type="dcterms:W3CDTF">2022-03-13T11:08:37Z</dcterms:modified>
</cp:coreProperties>
</file>