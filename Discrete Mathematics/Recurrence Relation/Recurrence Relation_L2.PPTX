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9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1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86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3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8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2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86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52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8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84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2704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53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305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896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9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8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9569F8-2215-4BB8-89B8-AD1326E15BE3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473EF-AC96-4C1B-94AA-70F8221D4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5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Divide &amp; Conquer Recurrence Relation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97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Divide and Conquer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Dividing a problem into smaller sub problems</a:t>
            </a:r>
          </a:p>
          <a:p>
            <a:r>
              <a:rPr lang="en-IN" dirty="0" smtClean="0"/>
              <a:t>Solving (recursively) each sub problems</a:t>
            </a:r>
          </a:p>
          <a:p>
            <a:r>
              <a:rPr lang="en-IN" dirty="0" smtClean="0"/>
              <a:t>Then combining solutions to sub problems to get solution to the original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73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Formation of Recurrence Relation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dirty="0" smtClean="0"/>
              <a:t>(n) be the total no. of steps to solve a problem of size n</a:t>
            </a:r>
          </a:p>
          <a:p>
            <a:r>
              <a:rPr lang="en-IN" dirty="0" smtClean="0"/>
              <a:t>Let the original problem be divided in to a (&gt;=1) no. of sub problems of size n/b (b&gt;1)</a:t>
            </a:r>
          </a:p>
          <a:p>
            <a:r>
              <a:rPr lang="en-IN" dirty="0" smtClean="0"/>
              <a:t>Let g(n) be the no. of steps required to combine all the solutions of the sub problems</a:t>
            </a:r>
          </a:p>
          <a:p>
            <a:r>
              <a:rPr lang="en-IN" dirty="0" smtClean="0"/>
              <a:t>Then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f(n)= a f(n/b) + g(n)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47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Binary Search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747" y="1582678"/>
            <a:ext cx="11363190" cy="373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7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Merge Sort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480" y="1708850"/>
            <a:ext cx="10862903" cy="238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556" y="2677303"/>
            <a:ext cx="9404723" cy="1400530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109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107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Divide &amp; Conquer Recurrence Relation</vt:lpstr>
      <vt:lpstr>Divide and Conquer Steps</vt:lpstr>
      <vt:lpstr>Formation of Recurrence Relation </vt:lpstr>
      <vt:lpstr>Binary Search</vt:lpstr>
      <vt:lpstr>Merge Sort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&amp; Conquer Recurrence Relation</dc:title>
  <dc:creator>Microsoft account</dc:creator>
  <cp:lastModifiedBy>Microsoft account</cp:lastModifiedBy>
  <cp:revision>4</cp:revision>
  <dcterms:created xsi:type="dcterms:W3CDTF">2022-03-13T04:19:19Z</dcterms:created>
  <dcterms:modified xsi:type="dcterms:W3CDTF">2022-03-13T05:26:01Z</dcterms:modified>
</cp:coreProperties>
</file>